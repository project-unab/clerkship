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media/image2.jpeg" ContentType="image/jpeg"/>
  <Override PartName="/ppt/media/image3.jpeg" ContentType="image/jpeg"/>
  <Override PartName="/ppt/theme/theme2.xml" ContentType="application/vnd.openxmlformats-officedocument.theme+xml"/>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1pPr>
    <a:lvl2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2pPr>
    <a:lvl3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3pPr>
    <a:lvl4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4pPr>
    <a:lvl5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5pPr>
    <a:lvl6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6pPr>
    <a:lvl7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7pPr>
    <a:lvl8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8pPr>
    <a:lvl9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b="def" i="def"/>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b="def" i="def"/>
      <a:tcStyle>
        <a:tcBdr/>
        <a:fill>
          <a:solidFill>
            <a:srgbClr val="FFFFFF"/>
          </a:solidFill>
        </a:fill>
      </a:tcStyle>
    </a:band2H>
    <a:firstCol>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in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1" name="Shape 31"/>
          <p:cNvSpPr/>
          <p:nvPr>
            <p:ph type="sldImg"/>
          </p:nvPr>
        </p:nvSpPr>
        <p:spPr>
          <a:xfrm>
            <a:off x="1143000" y="685800"/>
            <a:ext cx="4572000" cy="3429000"/>
          </a:xfrm>
          <a:prstGeom prst="rect">
            <a:avLst/>
          </a:prstGeom>
        </p:spPr>
        <p:txBody>
          <a:bodyPr/>
          <a:lstStyle/>
          <a:p>
            <a:pPr/>
          </a:p>
        </p:txBody>
      </p:sp>
      <p:sp>
        <p:nvSpPr>
          <p:cNvPr id="32" name="Shape 3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311726" latinLnBrk="0">
      <a:lnSpc>
        <a:spcPct val="117999"/>
      </a:lnSpc>
      <a:defRPr sz="1400">
        <a:latin typeface="+mj-lt"/>
        <a:ea typeface="+mj-ea"/>
        <a:cs typeface="+mj-cs"/>
        <a:sym typeface="Helvetica Neue"/>
      </a:defRPr>
    </a:lvl1pPr>
    <a:lvl2pPr indent="228600" defTabSz="311726" latinLnBrk="0">
      <a:lnSpc>
        <a:spcPct val="117999"/>
      </a:lnSpc>
      <a:defRPr sz="1400">
        <a:latin typeface="+mj-lt"/>
        <a:ea typeface="+mj-ea"/>
        <a:cs typeface="+mj-cs"/>
        <a:sym typeface="Helvetica Neue"/>
      </a:defRPr>
    </a:lvl2pPr>
    <a:lvl3pPr indent="457200" defTabSz="311726" latinLnBrk="0">
      <a:lnSpc>
        <a:spcPct val="117999"/>
      </a:lnSpc>
      <a:defRPr sz="1400">
        <a:latin typeface="+mj-lt"/>
        <a:ea typeface="+mj-ea"/>
        <a:cs typeface="+mj-cs"/>
        <a:sym typeface="Helvetica Neue"/>
      </a:defRPr>
    </a:lvl3pPr>
    <a:lvl4pPr indent="685800" defTabSz="311726" latinLnBrk="0">
      <a:lnSpc>
        <a:spcPct val="117999"/>
      </a:lnSpc>
      <a:defRPr sz="1400">
        <a:latin typeface="+mj-lt"/>
        <a:ea typeface="+mj-ea"/>
        <a:cs typeface="+mj-cs"/>
        <a:sym typeface="Helvetica Neue"/>
      </a:defRPr>
    </a:lvl4pPr>
    <a:lvl5pPr indent="914400" defTabSz="311726" latinLnBrk="0">
      <a:lnSpc>
        <a:spcPct val="117999"/>
      </a:lnSpc>
      <a:defRPr sz="1400">
        <a:latin typeface="+mj-lt"/>
        <a:ea typeface="+mj-ea"/>
        <a:cs typeface="+mj-cs"/>
        <a:sym typeface="Helvetica Neue"/>
      </a:defRPr>
    </a:lvl5pPr>
    <a:lvl6pPr indent="1143000" defTabSz="311726" latinLnBrk="0">
      <a:lnSpc>
        <a:spcPct val="117999"/>
      </a:lnSpc>
      <a:defRPr sz="1400">
        <a:latin typeface="+mj-lt"/>
        <a:ea typeface="+mj-ea"/>
        <a:cs typeface="+mj-cs"/>
        <a:sym typeface="Helvetica Neue"/>
      </a:defRPr>
    </a:lvl6pPr>
    <a:lvl7pPr indent="1371600" defTabSz="311726" latinLnBrk="0">
      <a:lnSpc>
        <a:spcPct val="117999"/>
      </a:lnSpc>
      <a:defRPr sz="1400">
        <a:latin typeface="+mj-lt"/>
        <a:ea typeface="+mj-ea"/>
        <a:cs typeface="+mj-cs"/>
        <a:sym typeface="Helvetica Neue"/>
      </a:defRPr>
    </a:lvl7pPr>
    <a:lvl8pPr indent="1600200" defTabSz="311726" latinLnBrk="0">
      <a:lnSpc>
        <a:spcPct val="117999"/>
      </a:lnSpc>
      <a:defRPr sz="1400">
        <a:latin typeface="+mj-lt"/>
        <a:ea typeface="+mj-ea"/>
        <a:cs typeface="+mj-cs"/>
        <a:sym typeface="Helvetica Neue"/>
      </a:defRPr>
    </a:lvl8pPr>
    <a:lvl9pPr indent="1828800" defTabSz="311726" latinLnBrk="0">
      <a:lnSpc>
        <a:spcPct val="117999"/>
      </a:lnSpc>
      <a:defRPr sz="1400">
        <a:latin typeface="+mj-lt"/>
        <a:ea typeface="+mj-ea"/>
        <a:cs typeface="+mj-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Portada">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Slide Number"/>
          <p:cNvSpPr txBox="1"/>
          <p:nvPr>
            <p:ph type="sldNum" sz="quarter" idx="2"/>
          </p:nvPr>
        </p:nvSpPr>
        <p:spPr>
          <a:xfrm>
            <a:off x="12044267" y="9167929"/>
            <a:ext cx="295469" cy="27972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Interna">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err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5" name="Slide Number"/>
          <p:cNvSpPr txBox="1"/>
          <p:nvPr>
            <p:ph type="sldNum" sz="quarter" idx="2"/>
          </p:nvPr>
        </p:nvSpPr>
        <p:spPr>
          <a:xfrm>
            <a:off x="12042371" y="9167929"/>
            <a:ext cx="295469" cy="27972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Title Text"/>
          <p:cNvSpPr txBox="1"/>
          <p:nvPr>
            <p:ph type="title"/>
          </p:nvPr>
        </p:nvSpPr>
        <p:spPr>
          <a:xfrm>
            <a:off x="3653366" y="0"/>
            <a:ext cx="19507201" cy="3673475"/>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chor="b">
            <a:normAutofit fontScale="100000" lnSpcReduction="0"/>
          </a:bodyPr>
          <a:lstStyle/>
          <a:p>
            <a:pPr/>
            <a:r>
              <a:t>Title Text</a:t>
            </a:r>
          </a:p>
        </p:txBody>
      </p:sp>
      <p:sp>
        <p:nvSpPr>
          <p:cNvPr id="3" name="Body Level One…"/>
          <p:cNvSpPr txBox="1"/>
          <p:nvPr>
            <p:ph type="body" idx="1"/>
          </p:nvPr>
        </p:nvSpPr>
        <p:spPr>
          <a:xfrm>
            <a:off x="13610166" y="4876800"/>
            <a:ext cx="9550401" cy="8839200"/>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2042334" y="9167929"/>
            <a:ext cx="295470" cy="279721"/>
          </a:xfrm>
          <a:prstGeom prst="rect">
            <a:avLst/>
          </a:prstGeom>
          <a:ln w="12700">
            <a:miter lim="400000"/>
          </a:ln>
        </p:spPr>
        <p:txBody>
          <a:bodyPr wrap="none" lIns="28405" tIns="28405" rIns="28405" bIns="28405" anchor="b">
            <a:spAutoFit/>
          </a:bodyPr>
          <a:lstStyle>
            <a:lvl1pPr defTabSz="821529">
              <a:defRPr sz="1600">
                <a:solidFill>
                  <a:srgbClr val="000000"/>
                </a:solidFill>
                <a:latin typeface="+mj-lt"/>
                <a:ea typeface="+mj-ea"/>
                <a:cs typeface="+mj-cs"/>
                <a:sym typeface="Helvetica Neue"/>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Lst>
  <p:transition xmlns:p14="http://schemas.microsoft.com/office/powerpoint/2010/main" spd="med" advClick="1"/>
  <p:txStyles>
    <p:titleStyle>
      <a:lvl1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1pPr>
      <a:lvl2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2pPr>
      <a:lvl3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3pPr>
      <a:lvl4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4pPr>
      <a:lvl5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5pPr>
      <a:lvl6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6pPr>
      <a:lvl7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7pPr>
      <a:lvl8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8pPr>
      <a:lvl9pPr marL="0" marR="0" indent="0" algn="l" defTabSz="2438337" rtl="0" latinLnBrk="0">
        <a:lnSpc>
          <a:spcPct val="80000"/>
        </a:lnSpc>
        <a:spcBef>
          <a:spcPts val="0"/>
        </a:spcBef>
        <a:spcAft>
          <a:spcPts val="0"/>
        </a:spcAft>
        <a:buClrTx/>
        <a:buSzTx/>
        <a:buFontTx/>
        <a:buNone/>
        <a:tabLst/>
        <a:defRPr b="1" baseline="0" cap="none" i="0" spc="-224" strike="noStrike" sz="11200" u="none">
          <a:solidFill>
            <a:srgbClr val="000000"/>
          </a:solidFill>
          <a:uFillTx/>
          <a:latin typeface="+mj-lt"/>
          <a:ea typeface="+mj-ea"/>
          <a:cs typeface="+mj-cs"/>
          <a:sym typeface="Helvetica Neue"/>
        </a:defRPr>
      </a:lvl9pPr>
    </p:titleStyle>
    <p:bodyStyle>
      <a:lvl1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1pPr>
      <a:lvl2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2pPr>
      <a:lvl3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3pPr>
      <a:lvl4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4pPr>
      <a:lvl5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5pPr>
      <a:lvl6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6pPr>
      <a:lvl7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7pPr>
      <a:lvl8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8pPr>
      <a:lvl9pPr marL="0" marR="0" indent="0" algn="l" defTabSz="825499" rtl="0" latinLnBrk="0">
        <a:lnSpc>
          <a:spcPct val="100000"/>
        </a:lnSpc>
        <a:spcBef>
          <a:spcPts val="0"/>
        </a:spcBef>
        <a:spcAft>
          <a:spcPts val="0"/>
        </a:spcAft>
        <a:buClrTx/>
        <a:buSzTx/>
        <a:buFontTx/>
        <a:buNone/>
        <a:tabLst/>
        <a:defRPr b="1" baseline="0" cap="none" i="0" spc="0" strike="noStrike" sz="5000" u="none">
          <a:solidFill>
            <a:srgbClr val="000000"/>
          </a:solidFill>
          <a:uFillTx/>
          <a:latin typeface="+mj-lt"/>
          <a:ea typeface="+mj-ea"/>
          <a:cs typeface="+mj-cs"/>
          <a:sym typeface="Helvetica Neue"/>
        </a:defRPr>
      </a:lvl9pPr>
    </p:bodyStyle>
    <p:otherStyle>
      <a:lvl1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1pPr>
      <a:lvl2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2pPr>
      <a:lvl3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3pPr>
      <a:lvl4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4pPr>
      <a:lvl5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5pPr>
      <a:lvl6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6pPr>
      <a:lvl7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7pPr>
      <a:lvl8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8pPr>
      <a:lvl9pPr marL="0" marR="0" indent="0" algn="ctr" defTabSz="821529"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 name="Presentation Title"/>
          <p:cNvSpPr txBox="1"/>
          <p:nvPr>
            <p:ph type="title" idx="4294967295"/>
          </p:nvPr>
        </p:nvSpPr>
        <p:spPr>
          <a:xfrm>
            <a:off x="1650662" y="1626629"/>
            <a:ext cx="21082676" cy="1788443"/>
          </a:xfrm>
          <a:prstGeom prst="rect">
            <a:avLst/>
          </a:prstGeom>
        </p:spPr>
        <p:txBody>
          <a:bodyPr anchor="t"/>
          <a:lstStyle>
            <a:lvl1pPr>
              <a:defRPr spc="-500" sz="10000">
                <a:latin typeface="OpenSans-ExtraBold"/>
                <a:ea typeface="OpenSans-ExtraBold"/>
                <a:cs typeface="OpenSans-ExtraBold"/>
                <a:sym typeface="OpenSans-ExtraBold"/>
              </a:defRPr>
            </a:lvl1pPr>
          </a:lstStyle>
          <a:p>
            <a:pPr/>
            <a:r>
              <a:t>Semana de la Ingeniería</a:t>
            </a:r>
          </a:p>
        </p:txBody>
      </p:sp>
      <p:sp>
        <p:nvSpPr>
          <p:cNvPr id="3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1650662" y="4019182"/>
            <a:ext cx="21082676" cy="7331466"/>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ormAutofit fontScale="100000" lnSpcReduction="0"/>
          </a:bodyPr>
          <a:lstStyle/>
          <a:p>
            <a:pPr algn="l" defTabSz="311726">
              <a:defRPr sz="3000">
                <a:solidFill>
                  <a:srgbClr val="000000"/>
                </a:solidFill>
                <a:latin typeface="Open Sans Regular"/>
                <a:ea typeface="Open Sans Regular"/>
                <a:cs typeface="Open Sans Regular"/>
                <a:sym typeface="Open Sans Regular"/>
              </a:defRPr>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algn="l" defTabSz="311726">
              <a:defRPr sz="3000">
                <a:solidFill>
                  <a:srgbClr val="000000"/>
                </a:solidFill>
                <a:latin typeface="Open Sans Regular"/>
                <a:ea typeface="Open Sans Regular"/>
                <a:cs typeface="Open Sans Regular"/>
                <a:sym typeface="Open Sans Regular"/>
              </a:defRPr>
            </a:pPr>
          </a:p>
          <a:p>
            <a:pPr algn="l" defTabSz="311726">
              <a:defRPr sz="3000">
                <a:solidFill>
                  <a:srgbClr val="000000"/>
                </a:solidFill>
                <a:latin typeface="Open Sans Regular"/>
                <a:ea typeface="Open Sans Regular"/>
                <a:cs typeface="Open Sans Regular"/>
                <a:sym typeface="Open Sans Regular"/>
              </a:defRPr>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 name="Facultad…"/>
          <p:cNvSpPr txBox="1"/>
          <p:nvPr>
            <p:ph type="title" idx="4294967295"/>
          </p:nvPr>
        </p:nvSpPr>
        <p:spPr>
          <a:xfrm>
            <a:off x="1650662" y="1626629"/>
            <a:ext cx="21082676" cy="1788443"/>
          </a:xfrm>
          <a:prstGeom prst="rect">
            <a:avLst/>
          </a:prstGeom>
        </p:spPr>
        <p:txBody>
          <a:bodyPr/>
          <a:lstStyle>
            <a:lvl1pPr>
              <a:defRPr spc="-500" sz="10000">
                <a:latin typeface="OpenSans-ExtraBold"/>
                <a:ea typeface="OpenSans-ExtraBold"/>
                <a:cs typeface="OpenSans-ExtraBold"/>
                <a:sym typeface="OpenSans-ExtraBold"/>
              </a:defRPr>
            </a:lvl1pPr>
          </a:lstStyle>
          <a:p>
            <a:pPr/>
            <a:r>
              <a:t>Título</a:t>
            </a:r>
          </a:p>
        </p:txBody>
      </p:sp>
      <p:sp>
        <p:nvSpPr>
          <p:cNvPr id="3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93369" y="5580743"/>
            <a:ext cx="9775344" cy="2959298"/>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ormAutofit fontScale="100000" lnSpcReduction="0"/>
          </a:bodyPr>
          <a:lstStyle>
            <a:lvl1pPr algn="l" defTabSz="311726">
              <a:defRPr sz="3000">
                <a:solidFill>
                  <a:srgbClr val="000000"/>
                </a:solidFill>
                <a:latin typeface="Open Sans Regular"/>
                <a:ea typeface="Open Sans Regular"/>
                <a:cs typeface="Open Sans Regular"/>
                <a:sym typeface="Open Sans Regular"/>
              </a:defRPr>
            </a:lvl1pPr>
          </a:lstStyle>
          <a:p>
            <a:pPr/>
            <a: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40" name="Square"/>
          <p:cNvSpPr/>
          <p:nvPr/>
        </p:nvSpPr>
        <p:spPr>
          <a:xfrm>
            <a:off x="1676009" y="4429259"/>
            <a:ext cx="6858004" cy="6858001"/>
          </a:xfrm>
          <a:prstGeom prst="rect">
            <a:avLst/>
          </a:prstGeom>
          <a:blipFill>
            <a:blip r:embed="rId2"/>
            <a:stretch>
              <a:fillRect/>
            </a:stretch>
          </a:blipFill>
          <a:ln w="12700">
            <a:miter lim="400000"/>
          </a:ln>
        </p:spPr>
        <p:txBody>
          <a:bodyPr lIns="28405" tIns="28405" rIns="28405" bIns="28405" anchor="ctr"/>
          <a:lstStyle/>
          <a:p>
            <a:pPr>
              <a:defRPr>
                <a:latin typeface="+mj-lt"/>
                <a:ea typeface="+mj-ea"/>
                <a:cs typeface="+mj-cs"/>
                <a:sym typeface="Helvetica Neue"/>
              </a:defRPr>
            </a:pPr>
          </a:p>
        </p:txBody>
      </p:sp>
      <p:sp>
        <p:nvSpPr>
          <p:cNvPr id="41" name="Facultad…"/>
          <p:cNvSpPr txBox="1"/>
          <p:nvPr/>
        </p:nvSpPr>
        <p:spPr>
          <a:xfrm>
            <a:off x="9193369" y="4170748"/>
            <a:ext cx="9775344" cy="1136539"/>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chor="b">
            <a:normAutofit fontScale="100000" lnSpcReduction="0"/>
          </a:bodyPr>
          <a:lstStyle>
            <a:lvl1pPr algn="l">
              <a:lnSpc>
                <a:spcPct val="80000"/>
              </a:lnSpc>
              <a:defRPr b="1" spc="-300" sz="6000">
                <a:solidFill>
                  <a:srgbClr val="000000"/>
                </a:solidFill>
                <a:latin typeface="OpenSans-ExtraBold"/>
                <a:ea typeface="OpenSans-ExtraBold"/>
                <a:cs typeface="OpenSans-ExtraBold"/>
                <a:sym typeface="OpenSans-ExtraBold"/>
              </a:defRPr>
            </a:lvl1pPr>
          </a:lstStyle>
          <a:p>
            <a:pPr/>
            <a:r>
              <a:t>Subtítulo</a:t>
            </a:r>
          </a:p>
        </p:txBody>
      </p:sp>
      <p:sp>
        <p:nvSpPr>
          <p:cNvPr id="4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193369" y="10959710"/>
            <a:ext cx="9775344" cy="411394"/>
          </a:xfrm>
          <a:prstGeom prst="rect">
            <a:avLst/>
          </a:prstGeom>
          <a:ln w="12700">
            <a:miter lim="400000"/>
          </a:ln>
          <a:extLst>
            <a:ext uri="{C572A759-6A51-4108-AA02-DFA0A04FC94B}">
              <ma14:wrappingTextBoxFlag xmlns:ma14="http://schemas.microsoft.com/office/mac/drawingml/2011/main" val="1"/>
            </a:ext>
          </a:extLst>
        </p:spPr>
        <p:txBody>
          <a:bodyPr lIns="28405" tIns="28405" rIns="28405" bIns="28405">
            <a:normAutofit fontScale="100000" lnSpcReduction="0"/>
          </a:bodyPr>
          <a:lstStyle>
            <a:lvl1pPr algn="l" defTabSz="311726">
              <a:defRPr>
                <a:solidFill>
                  <a:srgbClr val="000000"/>
                </a:solidFill>
                <a:latin typeface="Open Sans Regular"/>
                <a:ea typeface="Open Sans Regular"/>
                <a:cs typeface="Open Sans Regular"/>
                <a:sym typeface="Open Sans Regular"/>
              </a:defRPr>
            </a:lvl1pPr>
          </a:lstStyle>
          <a:p>
            <a:pPr/>
            <a:r>
              <a:t>Pie de foto</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28405" tIns="28405" rIns="28405" bIns="28405"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